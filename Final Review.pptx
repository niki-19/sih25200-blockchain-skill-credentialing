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2"/>
  </p:notesMasterIdLst>
  <p:sldIdLst>
    <p:sldId id="256" r:id="rId5"/>
    <p:sldId id="257" r:id="rId6"/>
    <p:sldId id="269" r:id="rId7"/>
    <p:sldId id="274" r:id="rId8"/>
    <p:sldId id="277" r:id="rId9"/>
    <p:sldId id="278" r:id="rId10"/>
    <p:sldId id="279" r:id="rId11"/>
    <p:sldId id="280" r:id="rId12"/>
    <p:sldId id="283" r:id="rId13"/>
    <p:sldId id="284" r:id="rId14"/>
    <p:sldId id="276" r:id="rId15"/>
    <p:sldId id="285" r:id="rId16"/>
    <p:sldId id="268" r:id="rId17"/>
    <p:sldId id="271" r:id="rId18"/>
    <p:sldId id="270" r:id="rId19"/>
    <p:sldId id="265" r:id="rId20"/>
    <p:sldId id="26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ha S" userId="43d93d225ce71e7e" providerId="LiveId" clId="{FC0AD360-4DDA-4D23-B53E-D1B0F92A1DEA}"/>
    <pc:docChg chg="undo custSel addSld delSld modSld sldOrd">
      <pc:chgData name="Nikitha S" userId="43d93d225ce71e7e" providerId="LiveId" clId="{FC0AD360-4DDA-4D23-B53E-D1B0F92A1DEA}" dt="2026-04-21T05:14:53.545" v="528" actId="20577"/>
      <pc:docMkLst>
        <pc:docMk/>
      </pc:docMkLst>
      <pc:sldChg chg="modSp mod">
        <pc:chgData name="Nikitha S" userId="43d93d225ce71e7e" providerId="LiveId" clId="{FC0AD360-4DDA-4D23-B53E-D1B0F92A1DEA}" dt="2026-04-21T05:14:05.350" v="527" actId="20577"/>
        <pc:sldMkLst>
          <pc:docMk/>
          <pc:sldMk cId="0" sldId="256"/>
        </pc:sldMkLst>
        <pc:spChg chg="mod">
          <ac:chgData name="Nikitha S" userId="43d93d225ce71e7e" providerId="LiveId" clId="{FC0AD360-4DDA-4D23-B53E-D1B0F92A1DEA}" dt="2026-04-21T05:14:05.350" v="527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Nikitha S" userId="43d93d225ce71e7e" providerId="LiveId" clId="{FC0AD360-4DDA-4D23-B53E-D1B0F92A1DEA}" dt="2026-04-21T05:13:52.622" v="513" actId="20577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Nikitha S" userId="43d93d225ce71e7e" providerId="LiveId" clId="{FC0AD360-4DDA-4D23-B53E-D1B0F92A1DEA}" dt="2026-04-21T05:14:53.545" v="528" actId="20577"/>
        <pc:sldMkLst>
          <pc:docMk/>
          <pc:sldMk cId="2000455742" sldId="271"/>
        </pc:sldMkLst>
        <pc:spChg chg="mod">
          <ac:chgData name="Nikitha S" userId="43d93d225ce71e7e" providerId="LiveId" clId="{FC0AD360-4DDA-4D23-B53E-D1B0F92A1DEA}" dt="2026-04-21T05:14:53.545" v="528" actId="20577"/>
          <ac:spMkLst>
            <pc:docMk/>
            <pc:sldMk cId="2000455742" sldId="271"/>
            <ac:spMk id="3" creationId="{7583BBDB-CF3E-D582-2082-94E2A67C7A29}"/>
          </ac:spMkLst>
        </pc:spChg>
      </pc:sldChg>
      <pc:sldChg chg="addSp delSp modSp mod">
        <pc:chgData name="Nikitha S" userId="43d93d225ce71e7e" providerId="LiveId" clId="{FC0AD360-4DDA-4D23-B53E-D1B0F92A1DEA}" dt="2026-04-07T14:26:39.667" v="498" actId="1076"/>
        <pc:sldMkLst>
          <pc:docMk/>
          <pc:sldMk cId="2716373573" sldId="283"/>
        </pc:sldMkLst>
        <pc:picChg chg="add mod modCrop">
          <ac:chgData name="Nikitha S" userId="43d93d225ce71e7e" providerId="LiveId" clId="{FC0AD360-4DDA-4D23-B53E-D1B0F92A1DEA}" dt="2026-04-07T14:26:39.667" v="498" actId="1076"/>
          <ac:picMkLst>
            <pc:docMk/>
            <pc:sldMk cId="2716373573" sldId="283"/>
            <ac:picMk id="6" creationId="{B5067544-986B-26E4-3CFD-51162A334A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22" y="86581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Blockchain-Based Skill Credentialing System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CBC_5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Shankar J</a:t>
            </a:r>
            <a:b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</a:b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Final Review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Bachelor of Technolog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y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dirty="0"/>
              <a:t>Dr. </a:t>
            </a:r>
            <a:r>
              <a:rPr lang="en-IN" sz="1800" dirty="0" err="1"/>
              <a:t>Pravinthraja</a:t>
            </a:r>
            <a:r>
              <a:rPr lang="en-IN" sz="1800" dirty="0"/>
              <a:t> S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/>
              <a:t>Dr. H M Manjula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9EEDBA-2B55-621A-1424-8E0E5D05F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13592"/>
              </p:ext>
            </p:extLst>
          </p:nvPr>
        </p:nvGraphicFramePr>
        <p:xfrm>
          <a:off x="203198" y="2687320"/>
          <a:ext cx="5892802" cy="1483360"/>
        </p:xfrm>
        <a:graphic>
          <a:graphicData uri="http://schemas.openxmlformats.org/drawingml/2006/table">
            <a:tbl>
              <a:tblPr firstRow="1" bandRow="1"/>
              <a:tblGrid>
                <a:gridCol w="2946401">
                  <a:extLst>
                    <a:ext uri="{9D8B030D-6E8A-4147-A177-3AD203B41FA5}">
                      <a16:colId xmlns:a16="http://schemas.microsoft.com/office/drawing/2014/main" val="436057937"/>
                    </a:ext>
                  </a:extLst>
                </a:gridCol>
                <a:gridCol w="2946401">
                  <a:extLst>
                    <a:ext uri="{9D8B030D-6E8A-4147-A177-3AD203B41FA5}">
                      <a16:colId xmlns:a16="http://schemas.microsoft.com/office/drawing/2014/main" val="257325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690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20221CBC0019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NIKITHA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4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20221CBC0020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VINUTA JANARDHAN HEGDE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6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20221CBC0048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SANDYA KJ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5926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66882" y="1120486"/>
            <a:ext cx="10668000" cy="4617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Challenges &amp;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 Link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Number: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SIH25200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 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Category: 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</a:t>
            </a:r>
          </a:p>
          <a:p>
            <a:pPr marL="354013" indent="-171450" algn="just"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and unverifiable skill certificates have become a major challenge in education and employment sectors. Traditional certificate systems are centralized, prone to forgery, and require manual verification, which is time-consuming and unreliable. Employers face difficulty in instantly validating candidate skills, while students struggle with portability and authenticity of credentials.</a:t>
            </a:r>
          </a:p>
          <a:p>
            <a:pPr marL="354013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Blockchain-Based Skill Credentialing System that provides secure, tamper-proof, and instantly verifiable digital skill certificates.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3BFF-6B2A-6D4E-70CB-CCC528CE8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736" y="460686"/>
            <a:ext cx="10363200" cy="2406146"/>
          </a:xfrm>
        </p:spPr>
        <p:txBody>
          <a:bodyPr/>
          <a:lstStyle/>
          <a:p>
            <a:pPr marL="182563" indent="-182563"/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skill certificates are a serious problem today. Existing systems are slow, centralized, and easy to forge.</a:t>
            </a:r>
            <a:b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Blockchain-Based Skill Credentialing System to provide secure and instantly verifiable digital certificates.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87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A202-4F23-B612-E727-040E2CF6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E26379-48F5-E2D4-2076-04674D861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9280" y="1321823"/>
            <a:ext cx="1089152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4013" lvl="0" indent="-261938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digital skill credentials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013" lvl="0" indent="-261938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or duplicate certificates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013" lvl="0" indent="-261938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employer verification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013" lvl="0" indent="-261938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tamper-proof certificate storage using blockchain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013" lvl="0" indent="-261938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multi-institution and training provider integration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013" lvl="0" indent="-261938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by storing only hashes on blockchain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marR="0" lvl="0" indent="-1825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467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6887-CDD2-2A29-20A5-64461EC2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34E5B-4450-DA1E-F2AA-FAA98F874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82563" indent="-182563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Wang et al., 2025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 blockchain-based system for issuing and verifying academic and skill credentials.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cryptographic hashing and smart contracts to ensure certificate immutability.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reduces verification time compared to traditional systems.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Kumar &amp; Patel, 2025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decentralized skill certification for online and professional training.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smart-contract-based issuance and revocation of certificates.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trust and interoperability across institutions.</a:t>
            </a:r>
          </a:p>
          <a:p>
            <a:pPr marL="182563" indent="-182563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74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F3BB-8D90-B4AE-7BD9-D0B52BB3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2DF53-F7AD-8971-1782-9BAEB9B6B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82563" indent="-182563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Fernández et al., 2025</a:t>
            </a:r>
          </a:p>
          <a:p>
            <a:pPr marL="182563" indent="-182563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a privacy-preserving blockchain credential management framework.</a:t>
            </a:r>
          </a:p>
          <a:p>
            <a:pPr marL="182563" indent="-182563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certificate data off-chain while keeping verification logic on-chain.</a:t>
            </a:r>
          </a:p>
          <a:p>
            <a:pPr marL="182563" indent="-182563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scalability and protects sensitive personal information.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Nakamura &amp; Ishikawa, 2025</a:t>
            </a:r>
          </a:p>
          <a:p>
            <a:pPr marL="182563" indent="-182563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a secure and scalable blockchain framework for digital skill credentials.</a:t>
            </a:r>
          </a:p>
          <a:p>
            <a:pPr marL="182563" indent="-182563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performance and storage challenges in large-scale systems.</a:t>
            </a:r>
          </a:p>
          <a:p>
            <a:pPr marL="182563" indent="-182563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reliable and tamper-proof verification.</a:t>
            </a:r>
          </a:p>
          <a:p>
            <a:pPr marL="182563" indent="-182563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4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DD10-DF3A-1DF8-0CC6-B932637A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BE6BE-9EAD-0DB5-E82B-386725966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2563" indent="-182563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Hasan &amp; Salah, 2025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 blockchain-based solution for employment-oriented skill certification.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instant employer-side verification using decentralized ledgers.</a:t>
            </a:r>
          </a:p>
          <a:p>
            <a:pPr marL="182563" indent="-18256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fraud and dependence on centralized authorities.</a:t>
            </a:r>
          </a:p>
          <a:p>
            <a:pPr marL="182563" indent="-182563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D2D80-62AC-78E7-602F-70C0AAF8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420E9-4AE5-126F-2D32-9FCF1FDF9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67544-986B-26E4-3CFD-51162A33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94" b="11111"/>
          <a:stretch>
            <a:fillRect/>
          </a:stretch>
        </p:blipFill>
        <p:spPr>
          <a:xfrm>
            <a:off x="711200" y="1082200"/>
            <a:ext cx="10287000" cy="507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7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46EC-A582-8E1A-3CC0-AE0074AE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Algorithm Details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563B1D-CEA7-0DBC-429F-A734D799B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00263"/>
              </p:ext>
            </p:extLst>
          </p:nvPr>
        </p:nvGraphicFramePr>
        <p:xfrm>
          <a:off x="812800" y="1216660"/>
          <a:ext cx="10450830" cy="4053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49830">
                  <a:extLst>
                    <a:ext uri="{9D8B030D-6E8A-4147-A177-3AD203B41FA5}">
                      <a16:colId xmlns:a16="http://schemas.microsoft.com/office/drawing/2014/main" val="20726274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7812415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07671719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485947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Process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137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Keccak-256 Hashing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tamper-proof certificate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Certificate Data → keccak256() → 256-bit 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Blockchain Hash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638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ECDSA (Digital Signature)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certificate issuance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 Data → Sign (Private Key) → Verify (Public Key)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Authenticated Transaction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68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Contract Mapping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certificate storage &amp; lookup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→ Store in mapping(bytes32 =&gt; Certificate)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60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Trust Score (CNN)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fake certificates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→ CNN Analysis → Score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Genuine / Flagged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905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Skill-Job Matching (NLP)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 students to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Skills + JD → Embeddings → Cosine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Ranked Candidates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607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Ethereum </a:t>
                      </a: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Consensus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blockchain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 → Validators → Block Confirmation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Finalized Record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141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049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74CC9-309D-F24C-3206-F2ABC2B1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Advantages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6551F-B25D-3DAC-1A43-E30462102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250" y="1131570"/>
            <a:ext cx="10668000" cy="5612129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Tamper-Proof Certificates</a:t>
            </a:r>
          </a:p>
          <a:p>
            <a:pPr marL="812800" indent="-36830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Keccak-256 hashing + Blockchain storage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certificates immutable and impossible to alter.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Verification</a:t>
            </a:r>
          </a:p>
          <a:p>
            <a:pPr marL="762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Employers can verify certificates in seconds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 + blockchain hash comparison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with AI</a:t>
            </a:r>
          </a:p>
          <a:p>
            <a:pPr marL="762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CNN-based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Score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fake or manipulated certificates before blockchain entry.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Transparent System</a:t>
            </a:r>
          </a:p>
          <a:p>
            <a:pPr marL="762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ECDSA digital signatures + Ethereum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authenticity and secure transactions.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Skill-to-Job Matching</a:t>
            </a:r>
          </a:p>
          <a:p>
            <a:pPr marL="762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NLP-based matching automatically connects verified student skills to relevant job descriptions.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Resume Generation</a:t>
            </a:r>
          </a:p>
          <a:p>
            <a:pPr marL="762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AI generates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ATS-friendly resumes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only blockchain-verified skills, increasing job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5898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F7C08-967D-9EE0-D3AD-643D56E4F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Challenges &amp; Solutions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DD9164-C521-5499-38C0-CFCA8DA2A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27583"/>
              </p:ext>
            </p:extLst>
          </p:nvPr>
        </p:nvGraphicFramePr>
        <p:xfrm>
          <a:off x="762000" y="1257300"/>
          <a:ext cx="10668000" cy="384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4597951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59389190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11564641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Implemented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738418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Gas Fees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 blockchain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only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Keccak-256 hash on-chain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keep certificates in IPFS/backend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987238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Certificate Fraud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Fake or tampered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Score (CNN model)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before blockchain upload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51792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Key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of unauthorized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MetaMask off-chain ECDSA signing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protect private keys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35513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Mismatch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Employers struggle to find suitable candidates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NLP-based Skill-to-Job Matching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cosine similarity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195732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Manual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 background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QR-based instant blockchain verification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00238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congestion &amp; delays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Ethereum 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Testnet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deployment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821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599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https://github.com/Niki-19/SIH25200-Blockchain-Skill-Credentialing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 Set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https://share.google/TiwMpCPRnaYXj7hNf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25780" y="261621"/>
            <a:ext cx="1066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IN" dirty="0"/>
              <a:t> Conclusion &amp; Future Scope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83BBDB-CF3E-D582-2082-94E2A67C7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" y="1144231"/>
            <a:ext cx="1195493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tamper-proof blockchain credential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for fraud detection &amp; job matching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verification time and increased trust.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on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Mainnet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Layer-2 networks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&amp; government portals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AI accuracy with larger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&amp; cross-chain support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 idx="4294967295"/>
          </p:nvPr>
        </p:nvSpPr>
        <p:spPr>
          <a:xfrm>
            <a:off x="762000" y="366078"/>
            <a:ext cx="106680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17365D"/>
              </a:buClr>
            </a:pPr>
            <a:r>
              <a:rPr lang="en-GB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 descr="A screenshot of a white screen&#10;&#10;AI-generated content may be incorrect.">
            <a:extLst>
              <a:ext uri="{FF2B5EF4-FFF2-40B4-BE49-F238E27FC236}">
                <a16:creationId xmlns:a16="http://schemas.microsoft.com/office/drawing/2014/main" id="{4FD8C921-3C1D-BADA-8C1A-0D7FDA9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15"/>
          <a:stretch>
            <a:fillRect/>
          </a:stretch>
        </p:blipFill>
        <p:spPr>
          <a:xfrm>
            <a:off x="640257" y="1543050"/>
            <a:ext cx="11117226" cy="45285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2033A-6072-4EDF-5B48-167B72964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00" t="244" b="92017"/>
          <a:stretch>
            <a:fillRect/>
          </a:stretch>
        </p:blipFill>
        <p:spPr>
          <a:xfrm>
            <a:off x="3909060" y="1055688"/>
            <a:ext cx="7349490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82563" indent="-182563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Wang, X. Li, and Y. Chen, “Blockchain-Based Digital Credential Verification System for Education and Employment,”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arXiv:2502.09431, 2025.</a:t>
            </a:r>
          </a:p>
          <a:p>
            <a:pPr marL="182563" indent="-182563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Kumar and S. Patel, “Decentralized Skill Certification Using Blockchain and Smart Contracts,”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arXiv:2503.11782, 2025.</a:t>
            </a:r>
          </a:p>
          <a:p>
            <a:pPr marL="182563" indent="-182563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L. Fernández, M. López, and R. García, “Privacy-Preserving Academic Credential Management Using Blockchain,”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arXiv:2501.06354, 2025.</a:t>
            </a:r>
          </a:p>
          <a:p>
            <a:pPr marL="182563" indent="-182563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Nakamura and T. Ishikawa, “Secure and Scalable Blockchain Framework for Digital Skill Credentials,” in Proc. 2025 IEEE Int. Conf. on Blockchain and Cryptocurrency (ICBC), Sydney, Australia, 2025, pp. 214–221.</a:t>
            </a:r>
          </a:p>
          <a:p>
            <a:pPr marL="182563" indent="-182563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R. Hasan and K. Salah, “Blockchain-Based Skill Certification for Trustworthy Employment Verification,” IEEE Access, vol. 13, pp. 45210–45225, 2025.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5933e0-4ae6-43c4-b50f-85a77354b8f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F49541783E0741A4202E6545353D88" ma:contentTypeVersion="10" ma:contentTypeDescription="Create a new document." ma:contentTypeScope="" ma:versionID="0a42a61692041f8f294af29efa3906e8">
  <xsd:schema xmlns:xsd="http://www.w3.org/2001/XMLSchema" xmlns:xs="http://www.w3.org/2001/XMLSchema" xmlns:p="http://schemas.microsoft.com/office/2006/metadata/properties" xmlns:ns3="425933e0-4ae6-43c4-b50f-85a77354b8f2" targetNamespace="http://schemas.microsoft.com/office/2006/metadata/properties" ma:root="true" ma:fieldsID="686278c554229ab5ff85e4faf14ff065" ns3:_="">
    <xsd:import namespace="425933e0-4ae6-43c4-b50f-85a77354b8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5933e0-4ae6-43c4-b50f-85a77354b8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5DA092-B93A-4DC6-A5DF-ACBB4EB5D9C3}">
  <ds:schemaRefs>
    <ds:schemaRef ds:uri="http://schemas.microsoft.com/office/2006/documentManagement/types"/>
    <ds:schemaRef ds:uri="http://purl.org/dc/elements/1.1/"/>
    <ds:schemaRef ds:uri="425933e0-4ae6-43c4-b50f-85a77354b8f2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FF401B4-34F0-438F-A1A6-3A34F07F2F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5933e0-4ae6-43c4-b50f-85a77354b8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78D85D-9FFF-4FDE-9A2E-32790A6B73B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1066</Words>
  <Application>Microsoft Office PowerPoint</Application>
  <PresentationFormat>Widescreen</PresentationFormat>
  <Paragraphs>169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</vt:lpstr>
      <vt:lpstr>Times New Roman</vt:lpstr>
      <vt:lpstr>Verdana</vt:lpstr>
      <vt:lpstr>Bioinformatics</vt:lpstr>
      <vt:lpstr>Blockchain-Based Skill Credentialing System</vt:lpstr>
      <vt:lpstr>Content</vt:lpstr>
      <vt:lpstr>Problem Statement Number: SIH25200</vt:lpstr>
      <vt:lpstr>Problem Statement  Fake skill certificates are a serious problem today. Existing systems are slow, centralized, and easy to forge. This project proposes a Blockchain-Based Skill Credentialing System to provide secure and instantly verifiable digital certificates.</vt:lpstr>
      <vt:lpstr>Objectives</vt:lpstr>
      <vt:lpstr>Literature Survey</vt:lpstr>
      <vt:lpstr>Literature Survey</vt:lpstr>
      <vt:lpstr>Literature Survey</vt:lpstr>
      <vt:lpstr>Architecture </vt:lpstr>
      <vt:lpstr> Algorithm Details</vt:lpstr>
      <vt:lpstr>Advantages</vt:lpstr>
      <vt:lpstr> Challenges &amp; Solutions</vt:lpstr>
      <vt:lpstr>Github Link</vt:lpstr>
      <vt:lpstr> Conclusion &amp; Future Scope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Nikitha S</cp:lastModifiedBy>
  <cp:revision>44</cp:revision>
  <dcterms:modified xsi:type="dcterms:W3CDTF">2026-04-21T05:15:02Z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0x010100CBF49541783E0741A4202E6545353D88</vt:lpwstr>
  </property>
</Properties>
</file>